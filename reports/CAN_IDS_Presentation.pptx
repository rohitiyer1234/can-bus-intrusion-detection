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B1F3A"/>
                </a:solidFill>
              </a:defRPr>
            </a:pPr>
            <a:r>
              <a:t>Explainable &amp; LLM-Assisted CAN Bus Intrusion Detection</a:t>
            </a:r>
          </a:p>
          <a:p>
            <a:pPr>
              <a:defRPr sz="1800">
                <a:solidFill>
                  <a:srgbClr val="444A52"/>
                </a:solidFill>
              </a:defRPr>
            </a:pPr>
            <a:r>
              <a:t>Detecting in-vehicle network attacks with generic behavioral features, SHAP explanations, and local LLM incident reporting</a:t>
            </a:r>
          </a:p>
          <a:p>
            <a:pPr>
              <a:defRPr sz="1600" b="1">
                <a:solidFill>
                  <a:srgbClr val="1F6FB2"/>
                </a:solidFill>
              </a:defRPr>
            </a:pPr>
            <a:r>
              <a:t>Internship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The CAN bus is the nervous system of modern vehicles — broadcast, multi-master, priority-arbitrated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It has NO authentication or message-origin verification by design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Any node with bus access can inject arbitrary frames: DoS, fuzzing, gear/RPM spoofing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Goal: detect AND classify attacks, explain decisions, and generate actionable incident reports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Constraint: software-only, laptop-scale, fully local (no cloud, no paid APIs, no hardware)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Dataset &amp; Threat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HCRL Car-Hacking dataset (real Hyundai Sonata, real injected attacks)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5 classes: Normal, DoS, Fuzzy, Gear-spoofing, RPM-spoofing — ~16.6M messages</a:t>
            </a:r>
          </a:p>
          <a:p>
            <a:pPr lvl="1">
              <a:spcAft>
                <a:spcPts val="800"/>
              </a:spcAft>
              <a:defRPr sz="1600">
                <a:solidFill>
                  <a:srgbClr val="444A52"/>
                </a:solidFill>
              </a:defRPr>
            </a:pPr>
            <a:r>
              <a:t>– Chosen over OTIDS / Survival-Analysis / ROAD for benchmark comparability</a:t>
            </a:r>
          </a:p>
          <a:p>
            <a:pPr lvl="1">
              <a:spcAft>
                <a:spcPts val="800"/>
              </a:spcAft>
              <a:defRPr sz="1600">
                <a:solidFill>
                  <a:srgbClr val="444A52"/>
                </a:solidFill>
              </a:defRPr>
            </a:pPr>
            <a:r>
              <a:t>– Per-message ground truth via a T (injected) / R (regular) flag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Attacks occur as ~300 discrete ~3-5s bursts per file — verified from raw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Methodology —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Raw CSV → clean/label → 100ms/50ms sliding windows → 25 behavioral features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Features are GENERIC (timing, entropy, payload stats, per-ID Hamming) — no vehicle-specific CAN IDs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Any-attack-present window labeling (fixes majority-vote collapse of Gear/RPM)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Baseline fit on normal-only traffic, persisted and reused (never refit online)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XGBoost (multi:softprob) with balanced sample weighting, vs. RF &amp; LightGBM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Core Finding: Fixing Evaluation Leakage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Data Leakage — Found, Fixed, Measured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Problem: 100ms windows with 50ms stride overlap 50% — a random split scatters near-duplicate windows across train/test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Fix: group windows into 10s time blocks per file; assign whole blocks atomically to one split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Verified: ZERO group overlap across splits; same-file contamination 98.8% → 0.96%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Measured before/after on real data: random 0.9990 vs grouped 0.9990 — leakage did NOT inflate results here</a:t>
            </a:r>
          </a:p>
          <a:p>
            <a:pPr lvl="1">
              <a:spcAft>
                <a:spcPts val="800"/>
              </a:spcAft>
              <a:defRPr sz="1600">
                <a:solidFill>
                  <a:srgbClr val="444A52"/>
                </a:solidFill>
              </a:defRPr>
            </a:pPr>
            <a:r>
              <a:t>– Honest takeaway: the fix delivers methodological VALIDITY, not a changed number — reported as-is, not tuned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Results — Honest Held-Out Test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8F77"/>
                </a:solidFill>
              </a:defRPr>
            </a:pPr>
            <a:r>
              <a:t>Macro-F1 0.9990    |    Accuracy 0.9992    |    Weighted-F1 0.9992    |    33,247 test windows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2286000"/>
          <a:ext cx="9601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4249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Fuzzy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4673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4047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17153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Confusion Matrix (Held-Out 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517038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44A52"/>
                </a:solidFill>
              </a:defRPr>
            </a:pPr>
            <a:r>
              <a:t>Normalized confusion matrix on the leakage-free test split.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Per-Class F1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val_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101643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44A52"/>
                </a:solidFill>
              </a:defRPr>
            </a:pPr>
            <a:r>
              <a:t>All five classes ≥0.998 F1, including historically-hard Gear &amp; RPM.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Explainability, Reporting &amp;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SHAP — Global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16779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44A52"/>
                </a:solidFill>
              </a:defRPr>
            </a:pPr>
            <a:r>
              <a:t>Which behavioral features drive each class — computed on the leakage-fixed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LLM Incident Reporting (Phase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Local Ollama + qwen3:4b — no cloud, no paid APIs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Input: predicted class + confidence + SHAP top features (grounded, no fabrication)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Output ≤200 words: Summary / Risk / Technical Analysis / Impact / Mitigation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Required deterministic TEMPLATE fallback if Ollama is unavailable (verified working)</a:t>
            </a:r>
          </a:p>
          <a:p>
            <a:pPr lvl="1">
              <a:spcAft>
                <a:spcPts val="800"/>
              </a:spcAft>
              <a:defRPr sz="1600">
                <a:solidFill>
                  <a:srgbClr val="444A52"/>
                </a:solidFill>
              </a:defRPr>
            </a:pPr>
            <a:r>
              <a:t>– Risk language calibrated to model confidence — not uniformly alarmist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Real-Time Simulator &amp; Dashboard (Phases 9-10)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Stream simulator replays captures through the SAME feature-extraction path (no train/serve skew)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Reuses the persisted baseline as-is — never refits on live, possibly-attacked traffic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Streamlit dashboard: 11 sections (live feed, prediction, SHAP, AI report, attack timeline)</a:t>
            </a:r>
          </a:p>
          <a:p>
            <a:pPr lvl="1">
              <a:spcAft>
                <a:spcPts val="800"/>
              </a:spcAft>
              <a:defRPr sz="1600">
                <a:solidFill>
                  <a:srgbClr val="444A52"/>
                </a:solidFill>
              </a:defRPr>
            </a:pPr>
            <a:r>
              <a:t>– Dashboard imports backing modules — no ML logic in the UI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Contribution &amp; Next Steps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Contribution — What We Claim (and Don't)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CLAIM: a verified leakage-free evaluation methodology for overlapping-window CAN IDS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CLAIM: an honest, reproducible full-dataset benchmark (macro-F1 0.9990) with explainability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CLAIM: a complete local-only pipeline: detection → SHAP → LLM report → simulator → dashboard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NOT claimed: cross-vehicle generalization (single-vehicle dataset)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NOT claimed: real-hardware validation, or a novel model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0B1F3A"/>
                </a:solidFill>
              </a:defRPr>
            </a:pPr>
            <a:r>
              <a:t>• Next: cross-dataset / cross-vehicle evaluation to test the generalization intention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